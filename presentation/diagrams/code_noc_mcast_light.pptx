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51760" y="1828800"/>
            <a:ext cx="6903720" cy="2926080"/>
          </a:xfrm>
          <a:prstGeom prst="roundRect">
            <a:avLst>
              <a:gd name="adj" fmla="val 1875"/>
            </a:avLst>
          </a:prstGeom>
          <a:solidFill>
            <a:srgbClr val="FBFBFD"/>
          </a:solidFill>
          <a:ln w="12700">
            <a:solidFill>
              <a:srgbClr val="E6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9AA6B2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2907792" y="2788920"/>
            <a:ext cx="6391656" cy="457200"/>
          </a:xfrm>
          <a:prstGeom prst="rect">
            <a:avLst/>
          </a:prstGeom>
          <a:solidFill>
            <a:srgbClr val="FFF3E6"/>
          </a:solidFill>
          <a:ln/>
        </p:spPr>
      </p:sp>
      <p:sp>
        <p:nvSpPr>
          <p:cNvPr id="4" name="Shape 2"/>
          <p:cNvSpPr/>
          <p:nvPr/>
        </p:nvSpPr>
        <p:spPr>
          <a:xfrm>
            <a:off x="2907792" y="2788920"/>
            <a:ext cx="54864" cy="457200"/>
          </a:xfrm>
          <a:prstGeom prst="rect">
            <a:avLst/>
          </a:prstGeom>
          <a:solidFill>
            <a:srgbClr val="F4A462"/>
          </a:solidFill>
          <a:ln/>
        </p:spPr>
      </p:sp>
      <p:sp>
        <p:nvSpPr>
          <p:cNvPr id="5" name="Shape 3"/>
          <p:cNvSpPr/>
          <p:nvPr/>
        </p:nvSpPr>
        <p:spPr>
          <a:xfrm>
            <a:off x="2907792" y="3246120"/>
            <a:ext cx="6391656" cy="457200"/>
          </a:xfrm>
          <a:prstGeom prst="rect">
            <a:avLst/>
          </a:prstGeom>
          <a:solidFill>
            <a:srgbClr val="FFF3E6"/>
          </a:solidFill>
          <a:ln/>
        </p:spPr>
      </p:sp>
      <p:sp>
        <p:nvSpPr>
          <p:cNvPr id="6" name="Shape 4"/>
          <p:cNvSpPr/>
          <p:nvPr/>
        </p:nvSpPr>
        <p:spPr>
          <a:xfrm>
            <a:off x="2907792" y="3246120"/>
            <a:ext cx="54864" cy="457200"/>
          </a:xfrm>
          <a:prstGeom prst="rect">
            <a:avLst/>
          </a:prstGeom>
          <a:solidFill>
            <a:srgbClr val="F4A462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0" y="2377440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get_noc_multicast_addr</a:t>
            </a:r>
            <a:pPr algn="l" indent="0" marL="0">
              <a:buNone/>
            </a:pPr>
            <a:r>
              <a:rPr lang="en-US" sz="20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108960" y="2834640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x_start, y_start,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108960" y="3291840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x_end,   y_end,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108960" y="3749040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l1_addr);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2026-08-19T15:55:44Z</dcterms:created>
  <dcterms:modified xsi:type="dcterms:W3CDTF">2026-08-19T15:55:44Z</dcterms:modified>
</cp:coreProperties>
</file>