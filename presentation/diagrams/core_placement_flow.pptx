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/ Output Core-Placement Planning in the Conv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plan_conv_core_remapping decides the lifetime of a remapped BLOCK_SHARDED placement — and both input &amp; output core grids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19050">
            <a:solidFill>
              <a:srgbClr val="CFCFC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 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placement  +  stock output placement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 w="19050">
            <a:solidFill>
              <a:srgbClr val="2F6FB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remapping_active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 w="19050">
            <a:solidFill>
              <a:srgbClr val="2F6FB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placement executable 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output_size ≤ input_size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591056"/>
            <a:ext cx="0" cy="374904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2514600"/>
            <a:ext cx="0" cy="73152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12848" y="2761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BLOCK_SHARDED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 &amp; out (else error)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flipV="1">
            <a:off x="3108960" y="1572768"/>
            <a:ext cx="1234440" cy="576072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00400" y="1755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3703320" y="3063240"/>
            <a:ext cx="640080" cy="41148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75888" y="31455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3904488"/>
            <a:ext cx="1691640" cy="804672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3240" y="4261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06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932688"/>
            <a:ext cx="7406640" cy="1280160"/>
          </a:xfrm>
          <a:prstGeom prst="roundRect">
            <a:avLst>
              <a:gd name="adj" fmla="val 6429"/>
            </a:avLst>
          </a:prstGeom>
          <a:solidFill>
            <a:srgbClr val="F0F1F2"/>
          </a:solidFill>
          <a:ln w="15875">
            <a:solidFill>
              <a:srgbClr val="8A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024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NotActive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1298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remapping off → pass-through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4813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4813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4813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7099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7099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17099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938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938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1938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103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(stock)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737360"/>
            <a:ext cx="365760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920" y="14813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14813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7099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7099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103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(stock)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1371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and output keep TTNN's stock (contiguous) topology. No remapping applied.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2331720"/>
            <a:ext cx="7406640" cy="1417320"/>
          </a:xfrm>
          <a:prstGeom prst="roundRect">
            <a:avLst>
              <a:gd name="adj" fmla="val 5806"/>
            </a:avLst>
          </a:prstGeom>
          <a:solidFill>
            <a:srgbClr val="E4F3EA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Propagate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26974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does not expand → keep remapped cores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029200" y="31089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157216" y="31089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780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029200" y="33375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157216" y="33375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780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5029200" y="35661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5157216" y="35661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5780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64024" y="2889504"/>
            <a:ext cx="256032" cy="713232"/>
          </a:xfrm>
          <a:prstGeom prst="roundRect">
            <a:avLst>
              <a:gd name="adj" fmla="val 17857"/>
            </a:avLst>
          </a:prstGeom>
          <a:ln w="19050">
            <a:solidFill>
              <a:srgbClr val="2F6F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21224" y="2889504"/>
            <a:ext cx="484632" cy="713232"/>
          </a:xfrm>
          <a:prstGeom prst="roundRect">
            <a:avLst>
              <a:gd name="adj" fmla="val 9434"/>
            </a:avLst>
          </a:prstGeom>
          <a:ln w="19050">
            <a:solidFill>
              <a:srgbClr val="2F6F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547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(remapped)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760720" y="3182112"/>
            <a:ext cx="365760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21792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652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446520" y="31089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574536" y="31089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7512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0372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DCC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792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4652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6446520" y="33375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6574536" y="33375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7512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03720" y="31546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DCC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DCC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4652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6446520" y="35661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6574536" y="35661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7512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DCC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03720" y="3383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DCC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72200" y="2880360"/>
            <a:ext cx="731520" cy="502920"/>
          </a:xfrm>
          <a:prstGeom prst="roundRect">
            <a:avLst>
              <a:gd name="adj" fmla="val 9091"/>
            </a:avLst>
          </a:prstGeom>
          <a:ln w="22225">
            <a:solidFill>
              <a:srgbClr val="2E9E5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80760" y="3547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= prefix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2104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inherits the logical prefix of each input worker axis  —  worker_x[:out_x], worker_y[:out_y].  Same physical cores, no input reshard.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389120" y="3867912"/>
            <a:ext cx="7406640" cy="1572768"/>
          </a:xfrm>
          <a:prstGeom prst="roundRect">
            <a:avLst>
              <a:gd name="adj" fmla="val 5233"/>
            </a:avLst>
          </a:prstGeom>
          <a:solidFill>
            <a:srgbClr val="FBEBE1"/>
          </a:solidFill>
          <a:ln w="15875">
            <a:solidFill>
              <a:srgbClr val="D0632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06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ExitToStock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4572000" y="4233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expands (or not executable) → reanchor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80060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2920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5029200" y="47091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5157216" y="47091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5780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0060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02920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5029200" y="49377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157216" y="49377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5780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80060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2920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EDE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5029200" y="5166360"/>
            <a:ext cx="182880" cy="182880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5157216" y="5166360"/>
            <a:ext cx="54864" cy="54864"/>
          </a:xfrm>
          <a:prstGeom prst="line">
            <a:avLst/>
          </a:prstGeom>
          <a:noFill/>
          <a:ln w="7620">
            <a:solidFill>
              <a:srgbClr val="CFCFC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5780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48640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64024" y="4489704"/>
            <a:ext cx="256032" cy="713232"/>
          </a:xfrm>
          <a:prstGeom prst="roundRect">
            <a:avLst>
              <a:gd name="adj" fmla="val 17857"/>
            </a:avLst>
          </a:prstGeom>
          <a:ln w="19050">
            <a:solidFill>
              <a:srgbClr val="2F6F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221224" y="4489704"/>
            <a:ext cx="484632" cy="713232"/>
          </a:xfrm>
          <a:prstGeom prst="roundRect">
            <a:avLst>
              <a:gd name="adj" fmla="val 9434"/>
            </a:avLst>
          </a:prstGeom>
          <a:ln w="19050">
            <a:solidFill>
              <a:srgbClr val="2F6F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63440" y="5148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(remapped)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760720" y="4782312"/>
            <a:ext cx="502920" cy="0"/>
          </a:xfrm>
          <a:prstGeom prst="line">
            <a:avLst/>
          </a:prstGeom>
          <a:noFill/>
          <a:ln w="25400">
            <a:solidFill>
              <a:srgbClr val="D0392B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5623560" y="43799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reshard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35508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8368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1228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35508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8368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81228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5508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8368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812280" y="4983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63640" y="5148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stock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178040" y="4782312"/>
            <a:ext cx="365760" cy="0"/>
          </a:xfrm>
          <a:prstGeom prst="line">
            <a:avLst/>
          </a:prstGeom>
          <a:noFill/>
          <a:ln w="22225">
            <a:solidFill>
              <a:srgbClr val="D0632B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63524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863840" y="45262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63524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863840" y="47548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4A462"/>
          </a:solidFill>
          <a:ln w="9525">
            <a:solidFill>
              <a:srgbClr val="DE8B4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98080" y="5148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(stock)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8961120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Both sides reanchored to the stock origin (contiguous). requires_input_reshard() = true; the remapped placement lifetime ends here.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457200" y="562356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8. Input / output core-placement planning across the conv flow. 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core remapping is active, a compatible same-or-smaller output inherits a prefix of the input's ordered worker axes and stays on the remapped cores (Propagate, no reshard); if the output grows or the placement cannot execute, both input and output are reanchored to the stock contiguous origin (ExitToStock, input reshard). With remapping off, stock topology is preserved (NotActive).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2026-08-17T15:37:54Z</dcterms:created>
  <dcterms:modified xsi:type="dcterms:W3CDTF">2026-08-17T15:37:54Z</dcterms:modified>
</cp:coreProperties>
</file>