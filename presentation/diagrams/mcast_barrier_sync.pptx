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mcast + Barrier 기반 소프트웨어 동기화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75320" y="1463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DCE7FD"/>
          </a:solidFill>
          <a:ln w="12700">
            <a:solidFill>
              <a:srgbClr val="8FB0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22208" y="1280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동기화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464040" y="1463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DE7D3"/>
          </a:solidFill>
          <a:ln w="12700">
            <a:solidFill>
              <a:srgbClr val="F0A86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10928" y="1280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 전송/완료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881360" y="246888"/>
            <a:ext cx="292608" cy="0"/>
          </a:xfrm>
          <a:prstGeom prst="line">
            <a:avLst/>
          </a:prstGeom>
          <a:noFill/>
          <a:ln w="317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1228832" y="128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진행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2651760" cy="1298448"/>
          </a:xfrm>
          <a:prstGeom prst="roundRect">
            <a:avLst>
              <a:gd name="adj" fmla="val 3521"/>
            </a:avLst>
          </a:prstGeom>
          <a:solidFill>
            <a:srgbClr val="F7F9FB"/>
          </a:solidFill>
          <a:ln w="12700">
            <a:solidFill>
              <a:srgbClr val="CBD2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5760" y="7863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1097280"/>
            <a:ext cx="2249424" cy="256032"/>
          </a:xfrm>
          <a:prstGeom prst="roundRect">
            <a:avLst>
              <a:gd name="adj" fmla="val 17857"/>
            </a:avLst>
          </a:prstGeom>
          <a:solidFill>
            <a:srgbClr val="DCE7FD"/>
          </a:solidFill>
          <a:ln w="12700">
            <a:solidFill>
              <a:srgbClr val="8FB0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sender_ready_count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1389888"/>
            <a:ext cx="2249424" cy="256032"/>
          </a:xfrm>
          <a:prstGeom prst="roundRect">
            <a:avLst>
              <a:gd name="adj" fmla="val 17857"/>
            </a:avLst>
          </a:prstGeom>
          <a:solidFill>
            <a:srgbClr val="FDE7D3"/>
          </a:solidFill>
          <a:ln w="12700">
            <a:solidFill>
              <a:srgbClr val="F0A86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mcast engine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1682496"/>
            <a:ext cx="2249424" cy="256032"/>
          </a:xfrm>
          <a:prstGeom prst="roundRect">
            <a:avLst>
              <a:gd name="adj" fmla="val 17857"/>
            </a:avLst>
          </a:prstGeom>
          <a:solidFill>
            <a:srgbClr val="FDE7D3"/>
          </a:solidFill>
          <a:ln w="12700">
            <a:solidFill>
              <a:srgbClr val="F0A86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NoC completion barrier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12480" y="731520"/>
            <a:ext cx="3383280" cy="420624"/>
          </a:xfrm>
          <a:prstGeom prst="roundRect">
            <a:avLst>
              <a:gd name="adj" fmla="val 10870"/>
            </a:avLst>
          </a:prstGeom>
          <a:solidFill>
            <a:srgbClr val="F7F9FB"/>
          </a:solidFill>
          <a:ln w="12700">
            <a:solidFill>
              <a:srgbClr val="CBD2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49640" y="7498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Receiver 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464040" y="822960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1F4"/>
          </a:solidFill>
          <a:ln w="12700">
            <a:solidFill>
              <a:srgbClr val="CBD2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CB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241280" y="822960"/>
            <a:ext cx="1481328" cy="237744"/>
          </a:xfrm>
          <a:prstGeom prst="roundRect">
            <a:avLst>
              <a:gd name="adj" fmla="val 19231"/>
            </a:avLst>
          </a:prstGeom>
          <a:solidFill>
            <a:srgbClr val="DCE7FD"/>
          </a:solidFill>
          <a:ln w="12700">
            <a:solidFill>
              <a:srgbClr val="8FB0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recv_sema: INVALID → VALID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0" y="1207008"/>
            <a:ext cx="3383280" cy="420624"/>
          </a:xfrm>
          <a:prstGeom prst="roundRect">
            <a:avLst>
              <a:gd name="adj" fmla="val 10870"/>
            </a:avLst>
          </a:prstGeom>
          <a:solidFill>
            <a:srgbClr val="F7F9FB"/>
          </a:solidFill>
          <a:ln w="12700">
            <a:solidFill>
              <a:srgbClr val="CBD2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549640" y="12252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Receiver 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64040" y="1298448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1F4"/>
          </a:solidFill>
          <a:ln w="12700">
            <a:solidFill>
              <a:srgbClr val="CBD2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CB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241280" y="1298448"/>
            <a:ext cx="1481328" cy="237744"/>
          </a:xfrm>
          <a:prstGeom prst="roundRect">
            <a:avLst>
              <a:gd name="adj" fmla="val 19231"/>
            </a:avLst>
          </a:prstGeom>
          <a:solidFill>
            <a:srgbClr val="DCE7FD"/>
          </a:solidFill>
          <a:ln w="12700">
            <a:solidFill>
              <a:srgbClr val="8FB0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recv_sema: INVALID → VALID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0" y="1682496"/>
            <a:ext cx="3383280" cy="420624"/>
          </a:xfrm>
          <a:prstGeom prst="roundRect">
            <a:avLst>
              <a:gd name="adj" fmla="val 10870"/>
            </a:avLst>
          </a:prstGeom>
          <a:solidFill>
            <a:srgbClr val="F7F9FB"/>
          </a:solidFill>
          <a:ln w="12700">
            <a:solidFill>
              <a:srgbClr val="CBD2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549640" y="17007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Receiver 3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464040" y="1773936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1F4"/>
          </a:solidFill>
          <a:ln w="12700">
            <a:solidFill>
              <a:srgbClr val="CBD2D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CB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241280" y="1773936"/>
            <a:ext cx="1481328" cy="237744"/>
          </a:xfrm>
          <a:prstGeom prst="roundRect">
            <a:avLst>
              <a:gd name="adj" fmla="val 19231"/>
            </a:avLst>
          </a:prstGeom>
          <a:solidFill>
            <a:srgbClr val="DCE7FD"/>
          </a:solidFill>
          <a:ln w="12700">
            <a:solidFill>
              <a:srgbClr val="8FB0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recv_sema: INVALID → VALID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00400" y="868680"/>
            <a:ext cx="1417320" cy="475488"/>
          </a:xfrm>
          <a:prstGeom prst="roundRect">
            <a:avLst>
              <a:gd name="adj" fmla="val 9615"/>
            </a:avLst>
          </a:prstGeom>
          <a:solidFill>
            <a:srgbClr val="FDE7D3"/>
          </a:solidFill>
          <a:ln w="12700">
            <a:solidFill>
              <a:srgbClr val="C2410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segmented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multicast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868680"/>
            <a:ext cx="1417320" cy="475488"/>
          </a:xfrm>
          <a:prstGeom prst="roundRect">
            <a:avLst>
              <a:gd name="adj" fmla="val 9615"/>
            </a:avLst>
          </a:prstGeom>
          <a:solidFill>
            <a:srgbClr val="FDE7D3"/>
          </a:solidFill>
          <a:ln w="12700">
            <a:solidFill>
              <a:srgbClr val="C2410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NoC completion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83680" y="658368"/>
            <a:ext cx="1417320" cy="896112"/>
          </a:xfrm>
          <a:prstGeom prst="roundRect">
            <a:avLst>
              <a:gd name="adj" fmla="val 5102"/>
            </a:avLst>
          </a:prstGeom>
          <a:solidFill>
            <a:srgbClr val="DCE7FD"/>
          </a:solidFill>
          <a:ln w="12700">
            <a:solidFill>
              <a:srgbClr val="1D4ED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VALID semaphore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multicast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017520" y="1106424"/>
            <a:ext cx="182880" cy="0"/>
          </a:xfrm>
          <a:prstGeom prst="line">
            <a:avLst/>
          </a:prstGeom>
          <a:noFill/>
          <a:ln w="22225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617720" y="1106424"/>
            <a:ext cx="274320" cy="0"/>
          </a:xfrm>
          <a:prstGeom prst="line">
            <a:avLst/>
          </a:prstGeom>
          <a:noFill/>
          <a:ln w="22225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309360" y="1106424"/>
            <a:ext cx="274320" cy="0"/>
          </a:xfrm>
          <a:prstGeom prst="line">
            <a:avLst/>
          </a:prstGeom>
          <a:noFill/>
          <a:ln w="22225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8001000" y="941832"/>
            <a:ext cx="411480" cy="164592"/>
          </a:xfrm>
          <a:prstGeom prst="line">
            <a:avLst/>
          </a:prstGeom>
          <a:noFill/>
          <a:ln w="1905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001000" y="1106424"/>
            <a:ext cx="411480" cy="310896"/>
          </a:xfrm>
          <a:prstGeom prst="line">
            <a:avLst/>
          </a:prstGeom>
          <a:noFill/>
          <a:ln w="1905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001000" y="1106424"/>
            <a:ext cx="411480" cy="786384"/>
          </a:xfrm>
          <a:prstGeom prst="line">
            <a:avLst/>
          </a:prstGeom>
          <a:noFill/>
          <a:ln w="1905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8211312" y="941832"/>
            <a:ext cx="201168" cy="1362456"/>
          </a:xfrm>
          <a:prstGeom prst="line">
            <a:avLst/>
          </a:prstGeom>
          <a:noFill/>
          <a:ln w="15240">
            <a:solidFill>
              <a:srgbClr val="52606D"/>
            </a:solidFill>
            <a:prstDash val="dash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 flipH="1">
            <a:off x="8211312" y="1417320"/>
            <a:ext cx="201168" cy="886968"/>
          </a:xfrm>
          <a:prstGeom prst="line">
            <a:avLst/>
          </a:prstGeom>
          <a:noFill/>
          <a:ln w="15240">
            <a:solidFill>
              <a:srgbClr val="52606D"/>
            </a:solidFill>
            <a:prstDash val="dash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 flipH="1">
            <a:off x="8211312" y="1892808"/>
            <a:ext cx="201168" cy="411480"/>
          </a:xfrm>
          <a:prstGeom prst="line">
            <a:avLst/>
          </a:prstGeom>
          <a:noFill/>
          <a:ln w="15240">
            <a:solidFill>
              <a:srgbClr val="52606D"/>
            </a:solidFill>
            <a:prstDash val="dash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 flipH="1" flipV="1">
            <a:off x="2377440" y="2029968"/>
            <a:ext cx="5833872" cy="274320"/>
          </a:xfrm>
          <a:prstGeom prst="line">
            <a:avLst/>
          </a:prstGeom>
          <a:noFill/>
          <a:ln w="16510">
            <a:solidFill>
              <a:srgbClr val="52606D"/>
            </a:solidFill>
            <a:prstDash val="dash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3017520" y="23042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each receiver: noc_semaphore_inc(sender_ready_count)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2670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 ·  시간 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737360" y="3108960"/>
            <a:ext cx="1965960" cy="3337560"/>
          </a:xfrm>
          <a:prstGeom prst="rect">
            <a:avLst/>
          </a:prstGeom>
          <a:solidFill>
            <a:srgbClr val="DCE7FD">
              <a:alpha val="6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703320" y="3108960"/>
            <a:ext cx="2286000" cy="3337560"/>
          </a:xfrm>
          <a:prstGeom prst="rect">
            <a:avLst/>
          </a:prstGeom>
          <a:solidFill>
            <a:srgbClr val="FDE7D3">
              <a:alpha val="7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89320" y="3108960"/>
            <a:ext cx="5806440" cy="3337560"/>
          </a:xfrm>
          <a:prstGeom prst="rect">
            <a:avLst/>
          </a:prstGeom>
          <a:solidFill>
            <a:srgbClr val="DCE7FD">
              <a:alpha val="6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737360" y="2889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SW: ready 동기화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703320" y="28895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HW: 전송 + NoC 완료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89320" y="2889504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SW: VALID 전파 + 독립 진행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03320" y="3108960"/>
            <a:ext cx="0" cy="3337560"/>
          </a:xfrm>
          <a:prstGeom prst="line">
            <a:avLst/>
          </a:prstGeom>
          <a:noFill/>
          <a:ln w="15875">
            <a:solidFill>
              <a:srgbClr val="1F2933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5989320" y="3108960"/>
            <a:ext cx="0" cy="3337560"/>
          </a:xfrm>
          <a:prstGeom prst="line">
            <a:avLst/>
          </a:prstGeom>
          <a:noFill/>
          <a:ln w="15875">
            <a:solidFill>
              <a:srgbClr val="1F2933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365760" y="36027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737360" y="3730752"/>
            <a:ext cx="10058400" cy="0"/>
          </a:xfrm>
          <a:prstGeom prst="line">
            <a:avLst/>
          </a:prstGeom>
          <a:noFill/>
          <a:ln w="13970">
            <a:solidFill>
              <a:srgbClr val="CBD2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33425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Receiver 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737360" y="4462272"/>
            <a:ext cx="10058400" cy="0"/>
          </a:xfrm>
          <a:prstGeom prst="line">
            <a:avLst/>
          </a:prstGeom>
          <a:noFill/>
          <a:ln w="13970">
            <a:solidFill>
              <a:srgbClr val="CBD2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5047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Receiver 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737360" y="5175504"/>
            <a:ext cx="10058400" cy="0"/>
          </a:xfrm>
          <a:prstGeom prst="line">
            <a:avLst/>
          </a:prstGeom>
          <a:noFill/>
          <a:ln w="13970">
            <a:solidFill>
              <a:srgbClr val="CBD2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5760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Receiver 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737360" y="5888736"/>
            <a:ext cx="10058400" cy="0"/>
          </a:xfrm>
          <a:prstGeom prst="line">
            <a:avLst/>
          </a:prstGeom>
          <a:noFill/>
          <a:ln w="13970">
            <a:solidFill>
              <a:srgbClr val="CBD2D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11680" y="4416552"/>
            <a:ext cx="91440" cy="91440"/>
          </a:xfrm>
          <a:prstGeom prst="ellipse">
            <a:avLst/>
          </a:prstGeom>
          <a:solidFill>
            <a:srgbClr val="52606D"/>
          </a:solidFill>
          <a:ln w="6350">
            <a:solidFill>
              <a:srgbClr val="5260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2057400" y="3730752"/>
            <a:ext cx="1097280" cy="731520"/>
          </a:xfrm>
          <a:prstGeom prst="line">
            <a:avLst/>
          </a:prstGeom>
          <a:noFill/>
          <a:ln w="15240">
            <a:solidFill>
              <a:srgbClr val="52606D"/>
            </a:solidFill>
            <a:prstDash val="dash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2194560" y="5129784"/>
            <a:ext cx="91440" cy="91440"/>
          </a:xfrm>
          <a:prstGeom prst="ellipse">
            <a:avLst/>
          </a:prstGeom>
          <a:solidFill>
            <a:srgbClr val="52606D"/>
          </a:solidFill>
          <a:ln w="6350">
            <a:solidFill>
              <a:srgbClr val="52606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2240280" y="3730752"/>
            <a:ext cx="914400" cy="1444752"/>
          </a:xfrm>
          <a:prstGeom prst="line">
            <a:avLst/>
          </a:prstGeom>
          <a:noFill/>
          <a:ln w="15240">
            <a:solidFill>
              <a:srgbClr val="52606D"/>
            </a:solidFill>
            <a:prstDash val="dash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1920240" y="5843016"/>
            <a:ext cx="91440" cy="91440"/>
          </a:xfrm>
          <a:prstGeom prst="ellipse">
            <a:avLst/>
          </a:prstGeom>
          <a:solidFill>
            <a:srgbClr val="52606D"/>
          </a:solidFill>
          <a:ln w="6350">
            <a:solidFill>
              <a:srgbClr val="5260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1965960" y="3730752"/>
            <a:ext cx="1188720" cy="2157984"/>
          </a:xfrm>
          <a:prstGeom prst="line">
            <a:avLst/>
          </a:prstGeom>
          <a:noFill/>
          <a:ln w="15240">
            <a:solidFill>
              <a:srgbClr val="52606D"/>
            </a:solidFill>
            <a:prstDash val="dash"/>
            <a:headEnd type="none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1737360" y="32918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receivers ready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108960" y="3511296"/>
            <a:ext cx="384048" cy="438912"/>
          </a:xfrm>
          <a:prstGeom prst="roundRect">
            <a:avLst>
              <a:gd name="adj" fmla="val 11905"/>
            </a:avLst>
          </a:prstGeom>
          <a:solidFill>
            <a:srgbClr val="DCE7FD"/>
          </a:solidFill>
          <a:ln w="22225">
            <a:solidFill>
              <a:srgbClr val="1D4ED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2286000" y="40416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Sender waits for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receivers ready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767328" y="3767328"/>
            <a:ext cx="941832" cy="694944"/>
          </a:xfrm>
          <a:prstGeom prst="line">
            <a:avLst/>
          </a:prstGeom>
          <a:noFill/>
          <a:ln w="2032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3767328" y="3767328"/>
            <a:ext cx="1170432" cy="1408176"/>
          </a:xfrm>
          <a:prstGeom prst="line">
            <a:avLst/>
          </a:prstGeom>
          <a:noFill/>
          <a:ln w="2032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767328" y="3767328"/>
            <a:ext cx="1399032" cy="2121408"/>
          </a:xfrm>
          <a:prstGeom prst="line">
            <a:avLst/>
          </a:prstGeom>
          <a:noFill/>
          <a:ln w="2032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3767328" y="33101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segmented mcast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596128" y="3511296"/>
            <a:ext cx="384048" cy="438912"/>
          </a:xfrm>
          <a:prstGeom prst="roundRect">
            <a:avLst>
              <a:gd name="adj" fmla="val 11905"/>
            </a:avLst>
          </a:prstGeom>
          <a:solidFill>
            <a:srgbClr val="FDE7D3"/>
          </a:solidFill>
          <a:ln w="22225">
            <a:solidFill>
              <a:srgbClr val="C2410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4297680" y="4041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NoC 완료 barrier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053328" y="3749040"/>
            <a:ext cx="667512" cy="713232"/>
          </a:xfrm>
          <a:prstGeom prst="line">
            <a:avLst/>
          </a:prstGeom>
          <a:noFill/>
          <a:ln w="2032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6053328" y="3749040"/>
            <a:ext cx="896112" cy="1426464"/>
          </a:xfrm>
          <a:prstGeom prst="line">
            <a:avLst/>
          </a:prstGeom>
          <a:noFill/>
          <a:ln w="2032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6053328" y="3749040"/>
            <a:ext cx="1124712" cy="2139696"/>
          </a:xfrm>
          <a:prstGeom prst="line">
            <a:avLst/>
          </a:prstGeom>
          <a:noFill/>
          <a:ln w="2032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6053328" y="33101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VALID sema mcast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716268" y="4411980"/>
            <a:ext cx="100584" cy="100584"/>
          </a:xfrm>
          <a:prstGeom prst="ellipse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66560" y="4462272"/>
            <a:ext cx="201168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6944868" y="5125212"/>
            <a:ext cx="100584" cy="100584"/>
          </a:xfrm>
          <a:prstGeom prst="ellipse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95160" y="5175504"/>
            <a:ext cx="361188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7173468" y="5838444"/>
            <a:ext cx="100584" cy="100584"/>
          </a:xfrm>
          <a:prstGeom prst="ellipse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23760" y="5888736"/>
            <a:ext cx="219456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6766560" y="605332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각 receiver 독립적으로 진행 (정렬 없음)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2026-08-17T11:57:30Z</dcterms:created>
  <dcterms:modified xsi:type="dcterms:W3CDTF">2026-08-17T11:57:30Z</dcterms:modified>
</cp:coreProperties>
</file>