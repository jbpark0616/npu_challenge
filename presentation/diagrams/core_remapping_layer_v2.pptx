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Core-Remapping Layer : Logical → Physical with Row / Column Skipping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same logical shard-grid yields different physical segment patterns depending on the excluded worker rows / columns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5448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888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5448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2194560"/>
            <a:ext cx="1389888" cy="1389888"/>
          </a:xfrm>
          <a:prstGeom prst="roundRect">
            <a:avLst>
              <a:gd name="adj" fmla="val 3947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1-Segment (Baseline)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3982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excluded: none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1115568"/>
            <a:ext cx="5074920" cy="4370832"/>
          </a:xfrm>
          <a:prstGeom prst="roundRect">
            <a:avLst>
              <a:gd name="adj" fmla="val 2092"/>
            </a:avLst>
          </a:prstGeom>
          <a:solidFill>
            <a:srgbClr val="EEF4FB"/>
          </a:solidFill>
          <a:ln w="22225">
            <a:solidFill>
              <a:srgbClr val="2F6F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12435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Core-Remapping Layer  ·  CorePlacement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154533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logical axis index  →  physical worker coordinate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18379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worker_y  (rows)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050792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50792" y="2624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43484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37176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39512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9512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34840" y="2606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37176" y="2606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837176" y="2916936"/>
            <a:ext cx="310896" cy="31089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974336" y="2916936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111496" y="2916936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837176" y="2779776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837176" y="2642616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39512" y="2606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41848" y="2606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41848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90288" y="2459736"/>
            <a:ext cx="0" cy="146304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992624" y="2459736"/>
            <a:ext cx="402336" cy="146304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394960" y="2459736"/>
            <a:ext cx="402336" cy="146304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6181344" y="2350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 row 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474720" y="2999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worker_x  (cols)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050792" y="3328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050792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3484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3484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837176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37176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239512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3951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434840" y="3767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837176" y="3767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4837176" y="4078224"/>
            <a:ext cx="310896" cy="31089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4974336" y="4078224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5111496" y="4078224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4837176" y="3941064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4837176" y="3803904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39512" y="3767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39512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641848" y="3767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4184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90288" y="3621024"/>
            <a:ext cx="0" cy="146304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992624" y="3621024"/>
            <a:ext cx="402336" cy="146304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5394960" y="3621024"/>
            <a:ext cx="402336" cy="146304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6181344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 col 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429000" y="4169664"/>
            <a:ext cx="4617720" cy="0"/>
          </a:xfrm>
          <a:prstGeom prst="line">
            <a:avLst/>
          </a:prstGeom>
          <a:noFill/>
          <a:ln w="12700">
            <a:solidFill>
              <a:srgbClr val="B9D0E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24281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y_segments = { [0] , [2,3] }  ⇒  2      x_segments = { [0] , [2,3] }  ⇒  2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3429000" y="44805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 4 physical segments   (2 × 2 rectangles)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3429000" y="479145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 rows/cols = ∅ → Baseline (left);   = {1},{1} → Cross-Skipped (right). Logical shape &amp; order preserved.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00684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946404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92124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037844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0835640" y="2002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732520" y="22402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8732520" y="26974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732520" y="31546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8732520" y="361188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90068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640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9464040" y="26243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9601200" y="26243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9738360" y="26243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9464040" y="24871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9464040" y="23500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212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3784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8356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068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9006840" y="30815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9144000" y="30815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9281160" y="30815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9006840" y="29443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9006840" y="28072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4640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9464040" y="30815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9601200" y="30815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9738360" y="30815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9464040" y="29443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9464040" y="28072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9212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9921240" y="30815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10058400" y="30815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10195560" y="30815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9921240" y="29443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9921240" y="28072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3784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0378440" y="30815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10515600" y="30815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652760" y="30815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0378440" y="29443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0378440" y="28072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8356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10835640" y="30815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10972800" y="30815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11109960" y="30815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10835640" y="29443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10835640" y="28072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0068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4640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9464040" y="35387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9601200" y="35387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9738360" y="35387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9464040" y="34015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9464040" y="32644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9212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3784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8356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068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4640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9464040" y="399592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9601200" y="399592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9738360" y="39959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9464040" y="385876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9464040" y="372160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212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3784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8356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961120" y="2194560"/>
            <a:ext cx="475488" cy="475488"/>
          </a:xfrm>
          <a:prstGeom prst="roundRect">
            <a:avLst>
              <a:gd name="adj" fmla="val 11538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875520" y="2194560"/>
            <a:ext cx="932688" cy="475488"/>
          </a:xfrm>
          <a:prstGeom prst="roundRect">
            <a:avLst>
              <a:gd name="adj" fmla="val 11538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961120" y="3108960"/>
            <a:ext cx="475488" cy="932688"/>
          </a:xfrm>
          <a:prstGeom prst="roundRect">
            <a:avLst>
              <a:gd name="adj" fmla="val 11538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875520" y="3108960"/>
            <a:ext cx="932688" cy="932688"/>
          </a:xfrm>
          <a:prstGeom prst="roundRect">
            <a:avLst>
              <a:gd name="adj" fmla="val 5882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73252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4-Segment (Cross Skipped)</a:t>
            </a:r>
            <a:endParaRPr lang="en-US" sz="1200" dirty="0"/>
          </a:p>
        </p:txBody>
      </p:sp>
      <p:sp>
        <p:nvSpPr>
          <p:cNvPr id="167" name="Text 165"/>
          <p:cNvSpPr/>
          <p:nvPr/>
        </p:nvSpPr>
        <p:spPr>
          <a:xfrm>
            <a:off x="8732520" y="43982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excluded: row 1, col 1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2926080" y="3200400"/>
            <a:ext cx="228600" cy="0"/>
          </a:xfrm>
          <a:prstGeom prst="line">
            <a:avLst/>
          </a:prstGeom>
          <a:noFill/>
          <a:ln w="317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8321040" y="3200400"/>
            <a:ext cx="594360" cy="0"/>
          </a:xfrm>
          <a:prstGeom prst="line">
            <a:avLst/>
          </a:prstGeom>
          <a:noFill/>
          <a:ln w="317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70" name="Text 168"/>
          <p:cNvSpPr/>
          <p:nvPr/>
        </p:nvSpPr>
        <p:spPr>
          <a:xfrm>
            <a:off x="8275320" y="28895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 segments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457200" y="5669280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7. Core-remapping layer between logical placement and physical addresses. 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fixed logical shard-grid is mapped onto physical worker cores through an intermediate CorePlacement layer (worker_x / worker_y). With no exclusions the placement is contiguous (1-segment baseline); skipping a worker row and column breaks contiguity into at most two segments per axis — up to four physical rectangles (Fig. 5) — which is exactly what enables the segmented multicast on the surviving cores.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2026-08-17T16:22:15Z</dcterms:created>
  <dcterms:modified xsi:type="dcterms:W3CDTF">2026-08-17T16:22:15Z</dcterms:modified>
</cp:coreProperties>
</file>