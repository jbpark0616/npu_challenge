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48840" y="1188720"/>
            <a:ext cx="7909560" cy="4480560"/>
          </a:xfrm>
          <a:prstGeom prst="roundRect">
            <a:avLst>
              <a:gd name="adj" fmla="val 1224"/>
            </a:avLst>
          </a:prstGeom>
          <a:solidFill>
            <a:srgbClr val="FBFBFD"/>
          </a:solidFill>
          <a:ln w="12700">
            <a:solidFill>
              <a:srgbClr val="E6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9AA6B2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404872" y="3300984"/>
            <a:ext cx="7397496" cy="402336"/>
          </a:xfrm>
          <a:prstGeom prst="rect">
            <a:avLst/>
          </a:prstGeom>
          <a:solidFill>
            <a:srgbClr val="FFF3E6"/>
          </a:solidFill>
          <a:ln/>
        </p:spPr>
      </p:sp>
      <p:sp>
        <p:nvSpPr>
          <p:cNvPr id="4" name="Shape 2"/>
          <p:cNvSpPr/>
          <p:nvPr/>
        </p:nvSpPr>
        <p:spPr>
          <a:xfrm>
            <a:off x="2404872" y="3300984"/>
            <a:ext cx="54864" cy="402336"/>
          </a:xfrm>
          <a:prstGeom prst="rect">
            <a:avLst/>
          </a:prstGeom>
          <a:solidFill>
            <a:srgbClr val="F4A462"/>
          </a:solidFill>
          <a:ln/>
        </p:spPr>
      </p:sp>
      <p:sp>
        <p:nvSpPr>
          <p:cNvPr id="5" name="Shape 3"/>
          <p:cNvSpPr/>
          <p:nvPr/>
        </p:nvSpPr>
        <p:spPr>
          <a:xfrm>
            <a:off x="2404872" y="3703320"/>
            <a:ext cx="7397496" cy="402336"/>
          </a:xfrm>
          <a:prstGeom prst="rect">
            <a:avLst/>
          </a:prstGeom>
          <a:solidFill>
            <a:srgbClr val="FFF3E6"/>
          </a:solidFill>
          <a:ln/>
        </p:spPr>
      </p:sp>
      <p:sp>
        <p:nvSpPr>
          <p:cNvPr id="6" name="Shape 4"/>
          <p:cNvSpPr/>
          <p:nvPr/>
        </p:nvSpPr>
        <p:spPr>
          <a:xfrm>
            <a:off x="2404872" y="3703320"/>
            <a:ext cx="54864" cy="402336"/>
          </a:xfrm>
          <a:prstGeom prst="rect">
            <a:avLst/>
          </a:prstGeom>
          <a:solidFill>
            <a:srgbClr val="F4A462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691640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</a:t>
            </a:r>
            <a:pPr algn="l"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cores_x = </a:t>
            </a:r>
            <a:pPr algn="l" indent="0" marL="0">
              <a:buNone/>
            </a:pPr>
            <a:r>
              <a:rPr lang="en-US" sz="18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pPr algn="l"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06040" y="2093976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</a:t>
            </a:r>
            <a:pPr algn="l"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cores_y = </a:t>
            </a:r>
            <a:pPr algn="l" indent="0" marL="0">
              <a:buNone/>
            </a:pPr>
            <a:r>
              <a:rPr lang="en-US" sz="18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pPr algn="l"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06040" y="2898648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CoreRange</a:t>
            </a:r>
            <a:pPr algn="l"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core_range = </a:t>
            </a:r>
            <a:pPr algn="l" indent="0" marL="0">
              <a:buNone/>
            </a:pPr>
            <a:r>
              <a:rPr lang="en-US" sz="18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CoreRange</a:t>
            </a:r>
            <a:pPr algn="l"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06040" y="3300984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8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CoreCoord</a:t>
            </a:r>
            <a:pPr algn="l"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algn="l" indent="0" marL="0">
              <a:buNone/>
            </a:pPr>
            <a:r>
              <a:rPr lang="en-US" sz="18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18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}),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06040" y="3703320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8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CoreCoord</a:t>
            </a:r>
            <a:pPr algn="l"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({cores_x - </a:t>
            </a:r>
            <a:pPr algn="l" indent="0" marL="0">
              <a:buNone/>
            </a:pPr>
            <a:r>
              <a:rPr lang="en-US" sz="18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cores_y - </a:t>
            </a:r>
            <a:pPr algn="l" indent="0" marL="0">
              <a:buNone/>
            </a:pPr>
            <a:r>
              <a:rPr lang="en-US" sz="18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4105656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06040" y="4910328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= </a:t>
            </a:r>
            <a:pPr algn="l" indent="0" marL="0">
              <a:buNone/>
            </a:pPr>
            <a:r>
              <a:rPr lang="en-US" sz="18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CoreRangeSet</a:t>
            </a:r>
            <a:pPr algn="l"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({core_range});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2026-08-19T13:43:02Z</dcterms:created>
  <dcterms:modified xsi:type="dcterms:W3CDTF">2026-08-19T13:43:02Z</dcterms:modified>
</cp:coreProperties>
</file>