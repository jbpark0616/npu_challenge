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 Sharding is 2D — the tensor is flattened to a matrix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N·H·W  (batch · spatial)      cols = C  (channels)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2148840"/>
            <a:ext cx="0" cy="2011680"/>
          </a:xfrm>
          <a:prstGeom prst="line">
            <a:avLst/>
          </a:prstGeom>
          <a:noFill/>
          <a:ln w="12700">
            <a:solidFill>
              <a:srgbClr val="7A7A7A"/>
            </a:solidFill>
            <a:prstDash val="solid"/>
            <a:headEnd type="triangle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18288" y="3017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N·H·W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sharding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N·H·W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43400" y="17373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sharding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43400" y="42976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N·H·W and 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17373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sharding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0" y="42976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148840"/>
            <a:ext cx="2743200" cy="502920"/>
          </a:xfrm>
          <a:prstGeom prst="rect">
            <a:avLst/>
          </a:prstGeom>
          <a:solidFill>
            <a:srgbClr val="FBF1E8"/>
          </a:solidFill>
          <a:ln w="12700">
            <a:solidFill>
              <a:srgbClr val="E0CB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651760"/>
            <a:ext cx="2743200" cy="502920"/>
          </a:xfrm>
          <a:prstGeom prst="rect">
            <a:avLst/>
          </a:prstGeom>
          <a:solidFill>
            <a:srgbClr val="EBB187"/>
          </a:solidFill>
          <a:ln w="12700">
            <a:solidFill>
              <a:srgbClr val="D68B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154680"/>
            <a:ext cx="2743200" cy="502920"/>
          </a:xfrm>
          <a:prstGeom prst="rect">
            <a:avLst/>
          </a:prstGeom>
          <a:solidFill>
            <a:srgbClr val="FBF1E8"/>
          </a:solidFill>
          <a:ln w="12700">
            <a:solidFill>
              <a:srgbClr val="E0CB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657600"/>
            <a:ext cx="2743200" cy="502920"/>
          </a:xfrm>
          <a:prstGeom prst="rect">
            <a:avLst/>
          </a:prstGeom>
          <a:solidFill>
            <a:srgbClr val="FBF1E8"/>
          </a:solidFill>
          <a:ln w="12700">
            <a:solidFill>
              <a:srgbClr val="E0CB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148840"/>
            <a:ext cx="2743200" cy="2011680"/>
          </a:xfrm>
          <a:prstGeom prst="rect">
            <a:avLst/>
          </a:prstGeom>
          <a:ln w="20320">
            <a:solidFill>
              <a:srgbClr val="4A4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148840"/>
            <a:ext cx="1371600" cy="670560"/>
          </a:xfrm>
          <a:prstGeom prst="rect">
            <a:avLst/>
          </a:prstGeom>
          <a:solidFill>
            <a:srgbClr val="FBF1E8"/>
          </a:solidFill>
          <a:ln w="12700">
            <a:solidFill>
              <a:srgbClr val="E0CB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2148840"/>
            <a:ext cx="1371600" cy="670560"/>
          </a:xfrm>
          <a:prstGeom prst="rect">
            <a:avLst/>
          </a:prstGeom>
          <a:solidFill>
            <a:srgbClr val="FBF1E8"/>
          </a:solidFill>
          <a:ln w="12700">
            <a:solidFill>
              <a:srgbClr val="E0CB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2819400"/>
            <a:ext cx="1371600" cy="670560"/>
          </a:xfrm>
          <a:prstGeom prst="rect">
            <a:avLst/>
          </a:prstGeom>
          <a:solidFill>
            <a:srgbClr val="EBB187"/>
          </a:solidFill>
          <a:ln w="12700">
            <a:solidFill>
              <a:srgbClr val="D68B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2819400"/>
            <a:ext cx="1371600" cy="670560"/>
          </a:xfrm>
          <a:prstGeom prst="rect">
            <a:avLst/>
          </a:prstGeom>
          <a:solidFill>
            <a:srgbClr val="FBF1E8"/>
          </a:solidFill>
          <a:ln w="12700">
            <a:solidFill>
              <a:srgbClr val="E0CB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3489960"/>
            <a:ext cx="1371600" cy="670560"/>
          </a:xfrm>
          <a:prstGeom prst="rect">
            <a:avLst/>
          </a:prstGeom>
          <a:solidFill>
            <a:srgbClr val="FBF1E8"/>
          </a:solidFill>
          <a:ln w="12700">
            <a:solidFill>
              <a:srgbClr val="E0CB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3489960"/>
            <a:ext cx="1371600" cy="670560"/>
          </a:xfrm>
          <a:prstGeom prst="rect">
            <a:avLst/>
          </a:prstGeom>
          <a:solidFill>
            <a:srgbClr val="FBF1E8"/>
          </a:solidFill>
          <a:ln w="12700">
            <a:solidFill>
              <a:srgbClr val="E0CB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148840"/>
            <a:ext cx="2743200" cy="2011680"/>
          </a:xfrm>
          <a:prstGeom prst="rect">
            <a:avLst/>
          </a:prstGeom>
          <a:ln w="20320">
            <a:solidFill>
              <a:srgbClr val="4A4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2148840"/>
            <a:ext cx="685800" cy="2011680"/>
          </a:xfrm>
          <a:prstGeom prst="rect">
            <a:avLst/>
          </a:prstGeom>
          <a:solidFill>
            <a:srgbClr val="FBF1E8"/>
          </a:solidFill>
          <a:ln w="12700">
            <a:solidFill>
              <a:srgbClr val="E0CB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06840" y="2148840"/>
            <a:ext cx="685800" cy="2011680"/>
          </a:xfrm>
          <a:prstGeom prst="rect">
            <a:avLst/>
          </a:prstGeom>
          <a:solidFill>
            <a:srgbClr val="EBB187"/>
          </a:solidFill>
          <a:ln w="12700">
            <a:solidFill>
              <a:srgbClr val="D68B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92640" y="2148840"/>
            <a:ext cx="685800" cy="2011680"/>
          </a:xfrm>
          <a:prstGeom prst="rect">
            <a:avLst/>
          </a:prstGeom>
          <a:solidFill>
            <a:srgbClr val="FBF1E8"/>
          </a:solidFill>
          <a:ln w="12700">
            <a:solidFill>
              <a:srgbClr val="E0CB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78440" y="2148840"/>
            <a:ext cx="685800" cy="2011680"/>
          </a:xfrm>
          <a:prstGeom prst="rect">
            <a:avLst/>
          </a:prstGeom>
          <a:solidFill>
            <a:srgbClr val="FBF1E8"/>
          </a:solidFill>
          <a:ln w="12700">
            <a:solidFill>
              <a:srgbClr val="E0CB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2148840"/>
            <a:ext cx="2743200" cy="2011680"/>
          </a:xfrm>
          <a:prstGeom prst="rect">
            <a:avLst/>
          </a:prstGeom>
          <a:ln w="20320">
            <a:solidFill>
              <a:srgbClr val="4A4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4956048"/>
            <a:ext cx="219456" cy="182880"/>
          </a:xfrm>
          <a:prstGeom prst="rect">
            <a:avLst/>
          </a:prstGeom>
          <a:solidFill>
            <a:srgbClr val="EBB187"/>
          </a:solidFill>
          <a:ln w="12700">
            <a:solidFill>
              <a:srgbClr val="D68B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93792" y="48828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shard (a single core's slice)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2026-08-19T15:41:27Z</dcterms:created>
  <dcterms:modified xsi:type="dcterms:W3CDTF">2026-08-19T15:41:27Z</dcterms:modified>
</cp:coreProperties>
</file>