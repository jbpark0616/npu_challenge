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103120" y="1143000"/>
            <a:ext cx="8001000" cy="4572000"/>
          </a:xfrm>
          <a:prstGeom prst="roundRect">
            <a:avLst>
              <a:gd name="adj" fmla="val 1200"/>
            </a:avLst>
          </a:prstGeom>
          <a:solidFill>
            <a:srgbClr val="1E1F26"/>
          </a:solidFill>
          <a:ln w="12700">
            <a:solidFill>
              <a:srgbClr val="2C2D35"/>
            </a:solidFill>
            <a:prstDash val="solid"/>
          </a:ln>
          <a:effectLst>
            <a:outerShdw sx="100000" sy="100000" kx="0" ky="0" algn="bl" rotWithShape="0" blurRad="152400" dist="50800" dir="5400000">
              <a:srgbClr val="888888">
                <a:alpha val="28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2468880" y="1252728"/>
            <a:ext cx="1828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A8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C++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0" y="1691640"/>
            <a:ext cx="7635240" cy="0"/>
          </a:xfrm>
          <a:prstGeom prst="line">
            <a:avLst/>
          </a:prstGeom>
          <a:noFill/>
          <a:ln w="12700">
            <a:solidFill>
              <a:srgbClr val="3A3B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68880" y="1965960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cores_x = </a:t>
            </a:r>
            <a:pPr algn="l" indent="0" marL="0">
              <a:buNone/>
            </a:pPr>
            <a:r>
              <a:rPr lang="en-US" sz="1800" dirty="0">
                <a:solidFill>
                  <a:srgbClr val="7E8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468880" y="235000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uint32_t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cores_y = </a:t>
            </a:r>
            <a:pPr algn="l" indent="0" marL="0">
              <a:buNone/>
            </a:pPr>
            <a:r>
              <a:rPr lang="en-US" sz="1800" dirty="0">
                <a:solidFill>
                  <a:srgbClr val="7E83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468880" y="3118104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 core_range = </a:t>
            </a:r>
            <a:pPr algn="l" indent="0" marL="0">
              <a:buNone/>
            </a:pPr>
            <a:r>
              <a:rPr lang="en-US" sz="1800" dirty="0">
                <a:solidFill>
                  <a:srgbClr val="E5B5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468880" y="3502152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800" dirty="0">
                <a:solidFill>
                  <a:srgbClr val="E5B5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CoreCoord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</a:t>
            </a:r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</a:t>
            </a:r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}),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468880" y="3886200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algn="l" indent="0" marL="0">
              <a:buNone/>
            </a:pPr>
            <a:r>
              <a:rPr lang="en-US" sz="1800" dirty="0">
                <a:solidFill>
                  <a:srgbClr val="E5B5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CoreCoord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({cores_x - </a:t>
            </a:r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cores_y - </a:t>
            </a:r>
            <a:pPr algn="l" indent="0" marL="0">
              <a:buNone/>
            </a:pPr>
            <a:r>
              <a:rPr lang="en-US" sz="1800" dirty="0">
                <a:solidFill>
                  <a:srgbClr val="F926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68880" y="4270248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468880" y="5038344"/>
            <a:ext cx="7360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grid = </a:t>
            </a:r>
            <a:pPr algn="l" indent="0" marL="0">
              <a:buNone/>
            </a:pPr>
            <a:r>
              <a:rPr lang="en-US" sz="1800" dirty="0">
                <a:solidFill>
                  <a:srgbClr val="E5B56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CoreRangeSet</a:t>
            </a:r>
            <a:pPr algn="l" indent="0" marL="0">
              <a:buNone/>
            </a:pPr>
            <a:r>
              <a:rPr lang="en-US" sz="1800" dirty="0">
                <a:solidFill>
                  <a:srgbClr val="E6E6E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({core_range});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2026-08-19T13:39:37Z</dcterms:created>
  <dcterms:modified xsi:type="dcterms:W3CDTF">2026-08-19T13:39:37Z</dcterms:modified>
</cp:coreProperties>
</file>