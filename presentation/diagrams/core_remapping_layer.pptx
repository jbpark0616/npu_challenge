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Core-Remapping Layer : Software Logical ↔ Hardware Physical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 intermediate layer maps the software logical shard-grid onto hardware physical addresses; excluded worker rows / columns split it into segments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5448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44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240280"/>
            <a:ext cx="1389888" cy="1389888"/>
          </a:xfrm>
          <a:prstGeom prst="roundRect">
            <a:avLst>
              <a:gd name="adj" fmla="val 3947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1-Segment (Baseline)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excluded: none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109728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22225">
            <a:solidFill>
              <a:srgbClr val="2F6F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1207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Core-Remapping Layer  ·  CorePlacement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29000" y="14904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axis index  →  physical worker coordinate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83280" y="17373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2700">
            <a:solidFill>
              <a:srgbClr val="B9D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18013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 —  logical shard-grid index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worker_y </a:t>
            </a:r>
            <a:pPr algn="l" indent="0" marL="0">
              <a:buNone/>
            </a:pPr>
            <a:r>
              <a:rPr lang="en-US" sz="900" b="1" dirty="0">
                <a:solidFill>
                  <a:srgbClr val="D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skip row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worker_x </a:t>
            </a:r>
            <a:pPr algn="l" indent="0" marL="0">
              <a:buNone/>
            </a:pPr>
            <a:r>
              <a:rPr lang="en-US" sz="900" b="1" dirty="0">
                <a:solidFill>
                  <a:srgbClr val="D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skip col 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0332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05656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05656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07992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99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3504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37376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39712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8328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BEEE0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93008" y="3172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HARDWARE  —  physical worker coordinate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03320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0332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05656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105656" y="3840480"/>
            <a:ext cx="310896" cy="31089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242816" y="3840480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379976" y="3840480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105656" y="3703320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105656" y="3566160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07992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0799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910328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1032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035040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37376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6437376" y="3840480"/>
            <a:ext cx="310896" cy="31089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574536" y="3840480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6711696" y="3840480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6437376" y="3703320"/>
            <a:ext cx="173736" cy="17373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6437376" y="3566160"/>
            <a:ext cx="36576" cy="36576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39712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3971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242048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4204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858768" y="2642616"/>
            <a:ext cx="0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261104" y="2642616"/>
            <a:ext cx="402336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663440" y="2642616"/>
            <a:ext cx="402336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6190488" y="2642616"/>
            <a:ext cx="0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6592824" y="2642616"/>
            <a:ext cx="402336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995160" y="2642616"/>
            <a:ext cx="402336" cy="886968"/>
          </a:xfrm>
          <a:prstGeom prst="line">
            <a:avLst/>
          </a:prstGeom>
          <a:noFill/>
          <a:ln w="13970">
            <a:solidFill>
              <a:srgbClr val="2F6FB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429000" y="4279392"/>
            <a:ext cx="4663440" cy="0"/>
          </a:xfrm>
          <a:prstGeom prst="line">
            <a:avLst/>
          </a:prstGeom>
          <a:noFill/>
          <a:ln w="12700">
            <a:solidFill>
              <a:srgbClr val="B9D0E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29000" y="43434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y_segments = { [0],[2,3] } ⇒ 2      x_segments = { [0],[2,3] } ⇒ 2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429000" y="45720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 4 physical segments  (2 × 2 rectangles)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3429000" y="48646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shape &amp; order preserved; only physical addresses skip the excluded rows / columns.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00684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46404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992124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037844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0835640" y="2048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732520" y="22860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732520" y="27432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732520" y="32004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732520" y="3657600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0068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640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9464040" y="26700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9601200" y="26700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9738360" y="26700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9464040" y="25328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9464040" y="23957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212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784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835640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0068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9006840" y="31272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9144000" y="31272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9281160" y="31272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9006840" y="29900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9006840" y="2852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640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9464040" y="31272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9601200" y="31272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9738360" y="31272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9464040" y="29900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9464040" y="2852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9212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9921240" y="31272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0058400" y="31272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10195560" y="31272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9921240" y="29900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9921240" y="2852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784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10378440" y="31272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0515600" y="31272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0652760" y="31272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10378440" y="29900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378440" y="2852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835640" y="2743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0835640" y="31272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0972800" y="31272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11109960" y="31272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0835640" y="29900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10835640" y="28529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0684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6404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9464040" y="35844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9601200" y="35844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9738360" y="35844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9464040" y="34472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464040" y="33101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92124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37844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835640" y="3200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00684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46404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9464040" y="4041648"/>
            <a:ext cx="384048" cy="38404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9601200" y="404164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9738360" y="404164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9464040" y="3904488"/>
            <a:ext cx="246888" cy="24688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9464040" y="3767328"/>
            <a:ext cx="109728" cy="109728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2124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37844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83564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61120" y="2240280"/>
            <a:ext cx="475488" cy="4754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875520" y="2240280"/>
            <a:ext cx="932688" cy="4754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61120" y="3154680"/>
            <a:ext cx="475488" cy="932688"/>
          </a:xfrm>
          <a:prstGeom prst="roundRect">
            <a:avLst>
              <a:gd name="adj" fmla="val 11538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875520" y="3154680"/>
            <a:ext cx="932688" cy="932688"/>
          </a:xfrm>
          <a:prstGeom prst="roundRect">
            <a:avLst>
              <a:gd name="adj" fmla="val 5882"/>
            </a:avLst>
          </a:prstGeom>
          <a:ln w="28575">
            <a:solidFill>
              <a:srgbClr val="3D7EC9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73252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4-Segment (Cross Skipped)</a:t>
            </a:r>
            <a:endParaRPr lang="en-US" sz="1200" dirty="0"/>
          </a:p>
        </p:txBody>
      </p:sp>
      <p:sp>
        <p:nvSpPr>
          <p:cNvPr id="165" name="Text 163"/>
          <p:cNvSpPr/>
          <p:nvPr/>
        </p:nvSpPr>
        <p:spPr>
          <a:xfrm>
            <a:off x="8732520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excluded: row 1, col 1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2926080" y="3246120"/>
            <a:ext cx="228600" cy="0"/>
          </a:xfrm>
          <a:prstGeom prst="line">
            <a:avLst/>
          </a:prstGeom>
          <a:noFill/>
          <a:ln w="317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8366760" y="3246120"/>
            <a:ext cx="548640" cy="0"/>
          </a:xfrm>
          <a:prstGeom prst="line">
            <a:avLst/>
          </a:prstGeom>
          <a:noFill/>
          <a:ln w="317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68" name="Text 166"/>
          <p:cNvSpPr/>
          <p:nvPr/>
        </p:nvSpPr>
        <p:spPr>
          <a:xfrm>
            <a:off x="832104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 segments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457200" y="5687568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7. Core-remapping layer between the software logical placement and the hardware physical addresses. </a:t>
            </a:r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 intermediate CorePlacement layer (worker_x / worker_y) maps each logical shard-grid index to a physical worker coordinate. With no exclusions the placement is contiguous (1-segment baseline); skipping a hardware worker row and column breaks contiguity into at most two segments per axis — up to four physical rectangles (Fig. 5) — which is exactly what enables the segmented multicast on the surviving cores.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2026-08-17T16:55:18Z</dcterms:created>
  <dcterms:modified xsi:type="dcterms:W3CDTF">2026-08-17T16:55:18Z</dcterms:modified>
</cp:coreProperties>
</file>