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Enabling Core Remapping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25296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ttnn.Conv2dConfig — excluded_worker_rows / _columns drive the physical core skip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377440" y="1783080"/>
            <a:ext cx="7406640" cy="3200400"/>
          </a:xfrm>
          <a:prstGeom prst="roundRect">
            <a:avLst>
              <a:gd name="adj" fmla="val 2571"/>
            </a:avLst>
          </a:prstGeom>
          <a:solidFill>
            <a:srgbClr val="FBFBFD"/>
          </a:solidFill>
          <a:ln w="12700">
            <a:solidFill>
              <a:srgbClr val="E6E8EB"/>
            </a:solidFill>
            <a:prstDash val="solid"/>
          </a:ln>
          <a:effectLst>
            <a:outerShdw sx="100000" sy="100000" kx="0" ky="0" algn="bl" rotWithShape="0" blurRad="114300" dist="38100" dir="5400000">
              <a:srgbClr val="9AA6B2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0" y="3108960"/>
            <a:ext cx="5349240" cy="457200"/>
          </a:xfrm>
          <a:prstGeom prst="rect">
            <a:avLst/>
          </a:prstGeom>
          <a:solidFill>
            <a:srgbClr val="FFF3E6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0" y="3108960"/>
            <a:ext cx="54864" cy="457200"/>
          </a:xfrm>
          <a:prstGeom prst="rect">
            <a:avLst/>
          </a:prstGeom>
          <a:solidFill>
            <a:srgbClr val="F4A462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0" y="3566160"/>
            <a:ext cx="5349240" cy="457200"/>
          </a:xfrm>
          <a:prstGeom prst="rect">
            <a:avLst/>
          </a:prstGeom>
          <a:solidFill>
            <a:srgbClr val="FFF3E6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0" y="3566160"/>
            <a:ext cx="54864" cy="457200"/>
          </a:xfrm>
          <a:prstGeom prst="rect">
            <a:avLst/>
          </a:prstGeom>
          <a:solidFill>
            <a:srgbClr val="F4A462"/>
          </a:solidFill>
          <a:ln/>
        </p:spPr>
      </p:sp>
      <p:sp>
        <p:nvSpPr>
          <p:cNvPr id="9" name="Text 7"/>
          <p:cNvSpPr/>
          <p:nvPr/>
        </p:nvSpPr>
        <p:spPr>
          <a:xfrm>
            <a:off x="2880360" y="21945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 = ttnn.Conv2dConfig(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880360" y="26517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enable_core_remapping</a:t>
            </a:r>
            <a:pPr algn="l" indent="0" marL="0">
              <a:buNone/>
            </a:pPr>
            <a:r>
              <a:rPr lang="en-US" sz="20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buNone/>
            </a:pPr>
            <a:r>
              <a:rPr lang="en-US" sz="20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buNone/>
            </a:pPr>
            <a:r>
              <a:rPr lang="en-US" sz="20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880360" y="31089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excluded_worker_rows</a:t>
            </a:r>
            <a:pPr algn="l" indent="0" marL="0">
              <a:buNone/>
            </a:pPr>
            <a:r>
              <a:rPr lang="en-US" sz="20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=[</a:t>
            </a:r>
            <a:pPr algn="l" indent="0" marL="0">
              <a:buNone/>
            </a:pPr>
            <a:r>
              <a:rPr lang="en-US" sz="20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20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880360" y="35661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16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excluded_worker_columns</a:t>
            </a:r>
            <a:pPr algn="l" indent="0" marL="0">
              <a:buNone/>
            </a:pPr>
            <a:r>
              <a:rPr lang="en-US" sz="20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=[</a:t>
            </a:r>
            <a:pPr algn="l" indent="0" marL="0">
              <a:buNone/>
            </a:pPr>
            <a:r>
              <a:rPr lang="en-US" sz="2000" dirty="0">
                <a:solidFill>
                  <a:srgbClr val="0550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algn="l" indent="0" marL="0">
              <a:buNone/>
            </a:pPr>
            <a:r>
              <a:rPr lang="en-US" sz="2000" dirty="0">
                <a:solidFill>
                  <a:srgbClr val="2429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880360" y="40233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2026-08-18T12:30:44Z</dcterms:created>
  <dcterms:modified xsi:type="dcterms:W3CDTF">2026-08-18T12:30:44Z</dcterms:modified>
</cp:coreProperties>
</file>