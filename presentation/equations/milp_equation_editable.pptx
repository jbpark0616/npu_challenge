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Linear Program — standard form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063240" y="1691640"/>
            <a:ext cx="603504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pPr algn="l" indent="0" marL="0">
              <a:buNone/>
            </a:pPr>
            <a:r>
              <a:rPr lang="en-US" sz="27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42900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00600" y="2057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l" indent="0" marL="0">
              <a:buNone/>
            </a:pPr>
            <a:r>
              <a:rPr lang="en-US" sz="27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800600" y="2697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≤  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800600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buNone/>
            </a:pPr>
            <a:r>
              <a:rPr lang="en-US" sz="27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</a:t>
            </a:r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algn="l" indent="0" marL="0">
              <a:buNone/>
            </a:pPr>
            <a:r>
              <a:rPr lang="en-US" sz="27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80060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ℓ</a:t>
            </a:r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≤  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≤  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800600" y="4480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buNone/>
            </a:pPr>
            <a:r>
              <a:rPr lang="en-US" sz="27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∈  ℤ ,    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∈  </a:t>
            </a:r>
            <a:pPr algn="l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2026-08-19T08:52:19Z</dcterms:created>
  <dcterms:modified xsi:type="dcterms:W3CDTF">2026-08-19T08:52:19Z</dcterms:modified>
</cp:coreProperties>
</file>