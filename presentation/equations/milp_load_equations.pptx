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cumulative load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le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44" y="1417320"/>
            <a:ext cx="6336864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3209544"/>
            <a:ext cx="91440" cy="91440"/>
          </a:xfrm>
          <a:prstGeom prst="ellipse">
            <a:avLst/>
          </a:prstGeom>
          <a:solidFill>
            <a:srgbClr val="555555"/>
          </a:solidFill>
          <a:ln/>
        </p:spPr>
      </p:sp>
      <p:pic>
        <p:nvPicPr>
          <p:cNvPr id="6" name="Image 1" descr="/sessions/nice-exciting-newton/mnt/outputs/lesym_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63240"/>
            <a:ext cx="426573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18213" y="3017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placement를 바꾸지 않는 연산의 부하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325880" y="3867912"/>
            <a:ext cx="91440" cy="91440"/>
          </a:xfrm>
          <a:prstGeom prst="ellipse">
            <a:avLst/>
          </a:prstGeom>
          <a:solidFill>
            <a:srgbClr val="555555"/>
          </a:solidFill>
          <a:ln/>
        </p:spPr>
      </p:sp>
      <p:pic>
        <p:nvPicPr>
          <p:cNvPr id="9" name="Image 2" descr="/sessions/nice-exciting-newton/mnt/outputs/lesym_Ad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21608"/>
            <a:ext cx="581663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3303" y="36758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선택한 placement가 worker c 에 배치하는 부하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1325880" y="4526280"/>
            <a:ext cx="91440" cy="91440"/>
          </a:xfrm>
          <a:prstGeom prst="ellipse">
            <a:avLst/>
          </a:prstGeom>
          <a:solidFill>
            <a:srgbClr val="555555"/>
          </a:solidFill>
          <a:ln/>
        </p:spPr>
      </p:sp>
      <p:pic>
        <p:nvPicPr>
          <p:cNvPr id="12" name="Image 3" descr="/sessions/nice-exciting-newton/mnt/outputs/lesym_nd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379976"/>
            <a:ext cx="492013" cy="402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83653" y="43342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해당 placement를 사용하는 횟수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1325880" y="5184648"/>
            <a:ext cx="91440" cy="91440"/>
          </a:xfrm>
          <a:prstGeom prst="ellipse">
            <a:avLst/>
          </a:prstGeom>
          <a:solidFill>
            <a:srgbClr val="555555"/>
          </a:solidFill>
          <a:ln/>
        </p:spPr>
      </p:sp>
      <p:pic>
        <p:nvPicPr>
          <p:cNvPr id="15" name="Image 4" descr="/sessions/nice-exciting-newton/mnt/outputs/lesym_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5038344"/>
            <a:ext cx="916163" cy="4023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607803" y="4992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inference 반복 횟수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minimize the hottest worker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le_mi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468880"/>
            <a:ext cx="10058400" cy="11399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reduce residual imbalance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le_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4115" y="2468880"/>
            <a:ext cx="5100722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fewest distinct programs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le_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830" y="1920240"/>
            <a:ext cx="2801291" cy="1463040"/>
          </a:xfrm>
          <a:prstGeom prst="rect">
            <a:avLst/>
          </a:prstGeom>
        </p:spPr>
      </p:pic>
      <p:pic>
        <p:nvPicPr>
          <p:cNvPr id="5" name="Image 1" descr="/sessions/nice-exciting-newton/mnt/outputs/le_u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431" y="4023360"/>
            <a:ext cx="9026091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2026-08-19T20:13:47Z</dcterms:created>
  <dcterms:modified xsi:type="dcterms:W3CDTF">2026-08-19T20:13:47Z</dcterms:modified>
</cp:coreProperties>
</file>