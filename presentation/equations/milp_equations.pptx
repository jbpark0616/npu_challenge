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MILP (standard form)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1_cano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6243" y="1783080"/>
            <a:ext cx="3796466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01/17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set and optimum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2_feasi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390863"/>
            <a:ext cx="9601200" cy="2716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02/17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3_v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3106535"/>
            <a:ext cx="9601200" cy="1285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03/17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optimality gap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4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953" y="2920898"/>
            <a:ext cx="8677046" cy="16562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04/17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assignment pattern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5_minmax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4081" y="1783080"/>
            <a:ext cx="632079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05/17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candidate sets (segment limit)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6_candidate_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4783" y="1783080"/>
            <a:ext cx="9519385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06/17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Placement-use counts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7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829" y="1945234"/>
            <a:ext cx="8375294" cy="3607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07/17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Per-worker cumulative load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8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670320"/>
            <a:ext cx="9601200" cy="21574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08/17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Period-average worker load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09_m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394" y="2696261"/>
            <a:ext cx="4506163" cy="21055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09/17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: minimize the hottest worker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10_st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5931" y="1783080"/>
            <a:ext cx="745709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10/17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reduction ceiling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11_r_id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713" y="2900782"/>
            <a:ext cx="5659526" cy="16965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11/17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ceiling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12_r_nu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613833"/>
            <a:ext cx="9601200" cy="22704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12/17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segments capture most of the gain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13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178" y="2947721"/>
            <a:ext cx="5384597" cy="1602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13/17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: reduce residual imbalance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14_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195530"/>
            <a:ext cx="9601200" cy="31070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14/17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: fewest distinct programs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15_indic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469046"/>
            <a:ext cx="9601200" cy="2559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15/17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 (hard constraint)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16_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464" y="2924251"/>
            <a:ext cx="7812024" cy="16495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16/17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: deterministic periodic lookup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9260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pic>
        <p:nvPicPr>
          <p:cNvPr id="4" name="Image 0" descr="/sessions/nice-exciting-newton/mnt/outputs/eqm_17_ph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3225972"/>
            <a:ext cx="9601200" cy="1046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ConvCoreRemap · MILP  ·  17/17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2026-08-19T13:00:10Z</dcterms:created>
  <dcterms:modified xsi:type="dcterms:W3CDTF">2026-08-19T13:00:10Z</dcterms:modified>
</cp:coreProperties>
</file>