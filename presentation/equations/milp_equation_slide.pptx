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Linear Program — standard form</a:t>
            </a:r>
            <a:endParaRPr lang="en-US" sz="2600" dirty="0"/>
          </a:p>
        </p:txBody>
      </p:sp>
      <p:pic>
        <p:nvPicPr>
          <p:cNvPr id="3" name="Image 0" descr="/sessions/nice-exciting-newton/mnt/outputs/milp_eq_box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396" y="2148840"/>
            <a:ext cx="5852160" cy="3359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2026-08-19T08:17:34Z</dcterms:created>
  <dcterms:modified xsi:type="dcterms:W3CDTF">2026-08-19T08:17:34Z</dcterms:modified>
</cp:coreProperties>
</file>