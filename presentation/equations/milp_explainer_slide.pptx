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 Linear Programming (MILP)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혼합정수 선형계획법 — 선형 목적·제약에 일부 변수가 정수/이진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목적함수와 선형 제약을 갖되, 변수 일부가 정수(또는 0/1)여야 하는 최적화 문제.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5257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목적함수와 제약이 모두 선형(linear)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변수가 정수 / 이진 → “쓴다·안 쓴다” 이산 결정 표현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LP보다 어려움(NP-hard) — branch-and-bound로 해결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배치·스케줄링·자원 할당 정식화에 적합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솔버: Gurobi · CPLEX · HiGHS · OR-Tools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97880" y="1417320"/>
            <a:ext cx="5806440" cy="3429000"/>
          </a:xfrm>
          <a:prstGeom prst="roundRect">
            <a:avLst>
              <a:gd name="adj" fmla="val 2400"/>
            </a:avLst>
          </a:prstGeom>
          <a:solidFill>
            <a:srgbClr val="FBFCFD"/>
          </a:solidFill>
          <a:ln w="12700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2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1517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400" dirty="0"/>
          </a:p>
        </p:txBody>
      </p:sp>
      <p:pic>
        <p:nvPicPr>
          <p:cNvPr id="8" name="Image 0" descr="/sessions/nice-exciting-newton/mnt/outputs/eq_stand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47088"/>
            <a:ext cx="4297680" cy="2523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45171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조건이 정의적 특징 — 이 줄이 없으면 그냥 LP.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4974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이진 변형 (binary variant)</a:t>
            </a:r>
            <a:endParaRPr lang="en-US" sz="1200" dirty="0"/>
          </a:p>
        </p:txBody>
      </p:sp>
      <p:pic>
        <p:nvPicPr>
          <p:cNvPr id="11" name="Image 1" descr="/sessions/nice-exciting-newton/mnt/outputs/eq_bin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230368"/>
            <a:ext cx="4206240" cy="5669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943600"/>
            <a:ext cx="11219688" cy="640080"/>
          </a:xfrm>
          <a:prstGeom prst="roundRect">
            <a:avLst>
              <a:gd name="adj" fmla="val 11429"/>
            </a:avLst>
          </a:prstGeom>
          <a:solidFill>
            <a:srgbClr val="FFF3E6"/>
          </a:solidFill>
          <a:ln w="12700">
            <a:solidFill>
              <a:srgbClr val="E7C7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59436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replacement 최적화 →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사용 여부를 0/1 변수로, 멀티캐스트 세그먼트 수를 목적함수로 최소화.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2026-08-19T08:00:42Z</dcterms:created>
  <dcterms:modified xsi:type="dcterms:W3CDTF">2026-08-19T08:00:42Z</dcterms:modified>
</cp:coreProperties>
</file>